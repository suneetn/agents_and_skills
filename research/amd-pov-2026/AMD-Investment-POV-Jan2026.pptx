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64008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Advanced Micro Devices (AMD)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Point of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Essential Alternative in AI Infrastructure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January 2026 | Research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Rating: </a:t>
            </a:r>
            <a:pPr indent="0" marL="0">
              <a:buNone/>
            </a:pPr>
            <a:r>
              <a:rPr lang="en-US" sz="18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BUY on Pullbacks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12-Month Price Target: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$270-$300 (Current: $223) → 21-34% Upside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OpenAI partnership: Multi-year deal for 6GW of GPUs, potential 10% stake for OpenAI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Record Q3 2025: $9.2B revenue (+36% YoY), data center segment +60% YoY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Analyst consensus: "Strong Buy" with $280 average price target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Supply/demand dynamics: Nvidia demand exceeds supply 10:1, AMD fills the gap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MI400/450 launch in 2026: Rack-scale solutions unlock hyperscaler opportunity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Numbers at a Glance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Metric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Context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Stock Price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$223.47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+4.35% today, +43% YTD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 Cap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$362.7B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#2 in AI accelerators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P/E Ratio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117x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 for growth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Revenue (Q3)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$9.2B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Record (+36% YoY)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Data Center Rev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$4.3B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+60% YoY (largest segment)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Net Income Growth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+92% YoY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Profitability improving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Metric          Value          Context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Game-Changer: The OpenAI Partnership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Deal 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1 gigawatt GPUs deploying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Scaling to 6 gigawatts total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OpenAI gets 160M shares at $0.01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Potential 10% stake worth ~$36B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Legitimizes AMD as Tier 1 supplier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OpenAI diversifying from Nvidia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Follows $100B Nvidia deal by weeks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Creates competitive hedge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Additional Partnerships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Oracle: 50,000 MI450 GPUs in AI supercluster by Q3 2026 | Hyperscalers actively seeking AMD as Nvidia alternative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"This is all about OpenAI locking in the supply chain that it needs to scale." — CNBC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Thesis: "The Essential Alternative"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Demand Exceeds Supply 10:1: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Wedbush channel checks show Nvidia demand far exceeds supply. AMD just needs to ship product.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Hyperscalers WANT AMD: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Microsoft, Google, Amazon uncomfortable with Nvidia monopoly. They're giving AMD opportunities.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MI400 Rack-Scale 2026: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ZT Systems acquisition enables rack-scale solutions. "1000% quarter-over-quarter growth potential."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Not Trying to Beat Nvidia: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positioned as essential #2. Hyperscalers need two suppliers for negotiating leverage.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Gaming/Client Recovery: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Ryzen 9800X3D driving record client revenue. Gaming +181% YoY.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"With this demand imbalance, it's not a matter of AMD having to fight for share. It's just: can they offer the product?" — MarketBeat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Thesis: Nvidia's Shadow Looms Large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Valuation vs Nvidia: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P/E of 117x vs Nvidia 65x. DCF fair value: $193 per CFA analysis.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ROIC Struggles: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ROIC &lt;5% for 4 years vs Nvidia's 175%. Reflects #2 market position.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In-House Chips: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Amazon, Microsoft, Google developing internal chips. Could reduce AMD's "alternative" value.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Intel-Nvidia Partnership: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flagged as business risk in quarterly filing. New competitive pressure.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Execution Risk: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MI400/450 launch must succeed to capture hyperscaler demand.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"Nvidia is performing much better across every single metric and trading at a lower valuation." — Parkev Tatevosian, CFA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Analysis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Indicator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Signal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Price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$223.47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+4.35% today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RSI (14)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51.86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Neutral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MACD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Bullish crossover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Positive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vs SMA 50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Below ($227.63)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Consolidating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vs SMA 200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Above ($163.23)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Long-term uptrend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1-Year Return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+43.37%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Strong momentum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Levels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0" y="15544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Support:
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$219 (S1)
• $215 (S2)
• $163 (200 SMA)
</a:t>
            </a:r>
            <a:pPr indent="0" marL="0">
              <a:buNone/>
            </a:pPr>
            <a:r>
              <a:rPr lang="en-US" sz="12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Resistance:
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$227 (R1)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$231 (R2)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$267 (52-wk high)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Overall Signal: HOLD → BUY on dips to $200-215 zone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Scenario Analysis: 2026 Price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$300-$350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OpenAI scales as planned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MI400 launch succeeds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Data center $8B+/qtr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sustained 50-60x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$250-$280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Steady share gains 15-20%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DC revenue +40-50% YoY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OpenAI $5B+ annually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contracts to 35-45x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rgbClr val="FFEBEE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1C2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$150-$180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probability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MI400 launch delays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In-house chips dominate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Nvidia maintains 85%+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P/E compresses to 25-30x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8C8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price $223 offers favorable risk/reward. Analyst consensus: $280 target (25% upside).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vs Nvidia: Quick Comparison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Metric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AMD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Winner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 Cap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$363B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$3.2T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P/E Ratio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117x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65x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Revenue Growth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+36%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+94%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Gross Margin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52%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ROIC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 Market Share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~15%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~80%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NVDA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Analyst Upside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15%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AMD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Bottom Line: Nvidia is the superior business. AMD is the higher-risk, higher-reward bet on becoming the essential #2.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0A5C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BUY on Pullbacks | Entry Zone: $200-$215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Position Sizing: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Growth investors: 3-5% of portfolio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Conservative: 1-2% of portfolio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Consider pairing with NVDA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Stop Loss Levels: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Conservative: $190 (below DCF)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Aggressive: $175 (50% Fib)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Monitor MI400 launch closely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Catalysts to Watch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640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Q1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H1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Q3 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2026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Q4 Earnings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MI400/450 Launch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Oracle Supercluster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OpenAI Deployment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D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Verdict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represents a compelling bet on the AI accelerator market's need for competition.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OpenAI partnership legitimizes AMD as a top-tier supplier.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AMD doesn't need to beat Nvidia. It just needs to show up with working products.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supply/demand imbalance is AMD's greatest tailwind.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High-Conviction #2 Play in AI Infrastructure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 Investment POV</dc:title>
  <dc:subject>PptxGenJS Presentation</dc:subject>
  <dc:creator>Intuit Investment Research</dc:creator>
  <cp:lastModifiedBy>Intuit Investment Research</cp:lastModifiedBy>
  <cp:revision>1</cp:revision>
  <dcterms:created xsi:type="dcterms:W3CDTF">2026-01-04T06:19:33Z</dcterms:created>
  <dcterms:modified xsi:type="dcterms:W3CDTF">2026-01-04T06:19:33Z</dcterms:modified>
</cp:coreProperties>
</file>