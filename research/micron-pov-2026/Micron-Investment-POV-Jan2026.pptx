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Micron Technology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AI Memory Powerhouse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Point of View | NASDAQ: MU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January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4389120"/>
            <a:ext cx="2743200" cy="54864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$315.42  |  +173% YTD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Micron is at the center of the AI infrastructure revolution.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 one of only three major memory manufacturers globally, Micron has emerged as a critical enabler of AI compute.
</a:t>
            </a:r>
            <a:pPr indent="0" marL="0">
              <a:buNone/>
            </a:pPr>
            <a:r>
              <a:rPr lang="en-US" sz="16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FY2025 Performance: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$37.38B revenue (+48.9% YoY), $8.54B profit (vs $5.83B loss prior year)
</a:t>
            </a:r>
            <a:pPr indent="0" marL="0">
              <a:buNone/>
            </a:pPr>
            <a:r>
              <a:rPr lang="en-US" sz="16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Catalyst: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HBM4 technology leadership with 2.8TB/s bandwidth, ahead of Samsung and SK Hynix
</a:t>
            </a:r>
            <a:pPr indent="0" marL="0">
              <a:buNone/>
            </a:pPr>
            <a:r>
              <a:rPr lang="en-US" sz="16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Position: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 up 173% YTD, RSI 69.62 approaching overbought. Consider entry on pullback.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6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Micron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AI Memory Equation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⚡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AI training run requires massive high-speed memory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🧠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LLM inference needs HBM for bandwidth-intensive operations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📈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Data center DRAM demand growing 20%+ annually through 2028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🚀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HBM demand expected to grow 5x by 2028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D26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3 companies make HBM: Samsung, SK Hynix, and Micron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Company Overview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64592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164592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Founded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1978 (47 years)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Revenue (FY25)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$37.38B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Headquarters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Boise, Idaho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Net Income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$8.54B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CEO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Sanjay Mehrotra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Market Cap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$353B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Employees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~48,000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Stock Price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$315.42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Memory Technology Portfolio</a:t>
            </a:r>
            <a:endParaRPr lang="en-US" sz="18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Technology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Description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Application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HBM (High Bandwidth Memory)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Stacked memory for AI accelerators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NVIDIA GPUs, AI Training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DDR5 DRAM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Latest gen server memory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Data Centers, Cloud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LPDDR5X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Low-power mobile memory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Smartphones, Edge AI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NAND Flash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Storage memory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Enterprise SSDs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HBM Technology Leadership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Micron shipped HBM4 samples with 2.8TB/s bandwidth — the fastest HBM ever made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Company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HBM Gen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Bandwidth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Status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🏆 MICRON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HBM4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2.8TB/s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SAMPLING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Samsung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HBM3E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1.2TB/s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Production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SK Hynix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HBM3E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1.2TB/s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Production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NVIDIA's Blackwell GPUs will use HBM3E/HBM4
</a:t>
            </a:r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Being first to market positions Micron as strategic supplier
</a:t>
            </a:r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2.3x faster than competing HBM3E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Financial Turnaround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FY2024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-$5.83B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Net Loss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FY2025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+$8.54B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Net Income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2743200"/>
            <a:ext cx="4572000" cy="45720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$14.4B EARNINGS SWING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$37.38B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Revenue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+48.9% YoY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$14.87B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Gross Profit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Recovery YoY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$17.5B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4360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 Cash Flow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+106% YoY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Financial Health Check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Valuation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84048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P/E Ratio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29.93x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 Fair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Price/Sales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3.64x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 Moderate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Price/Book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2.51x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 Reasonable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EV/EBITDA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7.67x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 Cheap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Quality &amp; Strength</a:t>
            </a:r>
            <a:endParaRPr lang="en-US" sz="18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84048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15.8%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 Strong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ROA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10.3%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 Efficient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Current Ratio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2.52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 Liquid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Debt/Equity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0.28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 Low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0D2644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Valuation Assessment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Micron trades at a discount to semiconductor peers (25-35x P/E avg) despite technology leadership and structural AI tailwinds. The discount reflects memory's historical cyclicality. If AI memory demand proves more durable, multiple expansion is likely.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+10.51%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+39.17%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Month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56032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+173.61%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Year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0292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Indicator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Signal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SMA 20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$262.43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 Above ✓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SMA 50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$242.27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 Above ✓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SMA 200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$149.15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 Above ✓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RSI (14)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69.62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⚠️ Near Overbought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MACD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+4.44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Bullish ✓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66928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Levels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69280" y="2560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RESISTANCE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$329 (R2)
$322 (R1)
$316 (52W High)
</a:t>
            </a:r>
            <a:pPr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SUPPORT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$308 (Pivot)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$262 (SMA 20)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$242 (SMA 50)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TREND: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Strong Uptrend  |  </a:t>
            </a:r>
            <a:pPr indent="0" marL="0">
              <a:buNone/>
            </a:pPr>
            <a:r>
              <a:rPr lang="en-US" sz="1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MOMENTUM: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Bullish but Extended  |  </a:t>
            </a:r>
            <a:pPr indent="0" marL="0">
              <a:buNone/>
            </a:pPr>
            <a:r>
              <a:rPr lang="en-US" sz="1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VOLUME: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1.5x Above Average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Strategic Initiatives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🎯 HBM Leadership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HBM3E in production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HBM4 sampling (2.8TB/s)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HBM4E in development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Goal: 25%+ market share by 2027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🏭 Manufacturing Expansion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Japan HBM Fab: $9.6B (2028)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Idaho Fab: $15B+ (US hub)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Singapore: $5B+ expansion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CHIPS Act support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840480" cy="137160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🔄 Enterprise Focus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Exiting Crucial brand (Feb 2026)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Focus on high-margin enterprise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Capital allocation to AI/HBM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Positive margin mix shift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3840480" cy="137160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💾 Data Center Leadership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DDR5 adoption accelerating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CXL memory expansion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Compute Express 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Memory pooling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Memory Triopoly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2801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Company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DRAM Share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HBM Position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Key Strength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Samsung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~42%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Strong (HBM3E)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Scale &amp; Resources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SK Hynix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~29%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NVIDIA Primary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Customer Lock-in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Micron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~25%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5C3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HBM4 Leader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Technology Edge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Competitive Advantages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First to market with HBM4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US manufacturing (CHIPS Act)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Vertical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$3B+ annual R&amp;D investment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Risks to Monitor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46320" y="32004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Samsung scale advantage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SK Hynix NVIDIA relationship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China geopolitical exposure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Memory cycle volatility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6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Recommendation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BUY ON PULLBACK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Wait for RSI to cool / Target entry: $260-280 range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Structural Tailwind
</a:t>
            </a:r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memory demand is a multi-year growth driver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Technology Leadership
</a:t>
            </a:r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HBM4 positions Micron ahead of competitors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Turnaround Confirmed
</a:t>
            </a:r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$14.4B earnings swing proves execution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Tactical Caution
</a:t>
            </a:r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 extended (+173%), RSI 69.62 near overbought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Price Targets &amp; Entry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188720"/>
          </a:xfrm>
          <a:prstGeom prst="rect">
            <a:avLst/>
          </a:prstGeom>
          <a:solidFill>
            <a:srgbClr val="E8F1FF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 Case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$420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+33%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18872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$380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+21%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188720"/>
            <a:ext cx="2560320" cy="1188720"/>
          </a:xfrm>
          <a:prstGeom prst="rect">
            <a:avLst/>
          </a:prstGeom>
          <a:solidFill>
            <a:srgbClr val="E8F1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Bear Case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$220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9436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-30%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Entry Strategy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Aggressive Entry: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Current levels ($315) for conviction holders
</a:t>
            </a:r>
            <a:pPr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Preferred Entry: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Pullback to $260-280 range (near SMA 20/50)
</a:t>
            </a:r>
            <a:pPr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Conservative Entry: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Wait for RSI to cool below 50
</a:t>
            </a:r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Stop Loss: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Below $200 (major support break)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8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Position Sizing:  Conservative 2-4%  |  Moderate 4-6%  |  Aggressive 6-8%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🏆  </a:t>
            </a:r>
            <a:pPr indent="0" marL="0">
              <a:buNone/>
            </a:pPr>
            <a:r>
              <a:rPr lang="en-US" sz="17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Technology leader in HBM with 2.8TB/s HBM4 bandwidth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📈  </a:t>
            </a:r>
            <a:pPr indent="0" marL="0">
              <a:buNone/>
            </a:pPr>
            <a:r>
              <a:rPr lang="en-US" sz="17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Massive turnaround: $5.83B loss → $8.54B profit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🚀  </a:t>
            </a:r>
            <a:pPr indent="0" marL="0">
              <a:buNone/>
            </a:pPr>
            <a:r>
              <a:rPr lang="en-US" sz="17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Structural growth from AI memory supercycle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🎯  </a:t>
            </a:r>
            <a:pPr indent="0" marL="0">
              <a:buNone/>
            </a:pPr>
            <a:r>
              <a:rPr lang="en-US" sz="17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Strategic pivot to high-margin enterprise products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⚠️  </a:t>
            </a:r>
            <a:pPr indent="0" marL="0">
              <a:buNone/>
            </a:pPr>
            <a:r>
              <a:rPr lang="en-US" sz="17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 extended (+173% YTD) — wait for pullback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Micron is one of the best ways to play AI infrastructure. The stock has moved significantly, but the fundamental story is intact. Patience for a pullback improves risk/reward.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6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Micron Technology Investment POV | January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NASDAQ: MU  |  $315.42  |  +173% YTD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1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Powering the AI Memory Revolution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Micron Technology Investment POV</dc:title>
  <dc:subject>MU Stock Analysis - January 2026</dc:subject>
  <dc:creator>Investment Research</dc:creator>
  <cp:lastModifiedBy>Investment Research</cp:lastModifiedBy>
  <cp:revision>1</cp:revision>
  <dcterms:created xsi:type="dcterms:W3CDTF">2026-01-04T05:15:56Z</dcterms:created>
  <dcterms:modified xsi:type="dcterms:W3CDTF">2026-01-04T05:15:56Z</dcterms:modified>
</cp:coreProperties>
</file>