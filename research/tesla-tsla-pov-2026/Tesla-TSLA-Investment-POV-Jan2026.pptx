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640080"/>
          </a:xfrm>
          <a:prstGeom prst="rect">
            <a:avLst/>
          </a:prstGeom>
          <a:solidFill>
            <a:srgbClr val="0D26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Tesla Inc. (TSLA)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Point of 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 the Crossroads: EV Leader or AI Visionary?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January 2026 | Research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Rating: </a:t>
            </a:r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HOLD with Caution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12-Month Price Target: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$350-$400 (Current: $438)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Tesla lost the world's largest EV maker title to BYD in 2025 (1.64M vs 2.26M units)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 trades at 230x P/E, 10x the S&amp;P 500 average, priced for perfection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Net income declined 52% YoY despite the premium valuation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 is pivotal: FSD robotaxi, Optimus robots, lower-cost vehicles must deliver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 case: $600+ (AI thesis plays out) | Bear case: $200-300 (valuation compression)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Numbers at a Glance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Metric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Context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Stock Price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$438.07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Down 30% from Dec highs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Market Cap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$1.41 Trillion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6th largest company globally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P/E Ratio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230.56x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S&amp;P 500 avg: ~20x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Revenue (TTM)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$97.69B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+0.9% YoY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Net Income (TTM)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$7.13B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-52% YoY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2025 Deliveries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1.64M units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-8.6% YoY (lowest since 2022)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Metric          Value          Context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Bull Thesis: "More Than a Car Company"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FSD &amp; Robotaxi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Robotaxi service expanding in 2026. Over 2B miles of FSD data. Potential $2-3T market by 2030.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Optimus Robot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Humanoid robot pre-orders expected 2026. Dan Ives: "Game changer." Industrial + consumer potential.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Energy Storage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Revenue &gt;$10B in 2024, growing 50%+ annually. Megapack deployments accelerating globally.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Lower-Cost Vehicles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New affordable lineup launching H1 2026. Target: 600K deliveries/quarter vs current 400K.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"Tesla, when it comes to physical AI plays, there's the godfather of AI Nvidia, and then there's Tesla." — Dan Ives, Wedbush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1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Bear Thesis: Premium Valuation, Eroding Fundamentals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93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Valuation Extreme: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230x P/E is 10x S&amp;P 500 average. Even at 75x would be 2x NVDA/MSFT/AAPL.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93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2025 Setbacks: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Lost #1 EV position to BYD. Sales down 8.6%. Profits collapsed 52%.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93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Competition Intensifies: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BYD sold 2.26M EVs vs Tesla's 1.64M. Chinese EV makers expanding globally.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93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FSD Delays: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Timeline promised since 2016 keeps slipping. Skeptics question full autonomy claims.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93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Brand/Political Risk: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Musk's DOGE involvement polarizing. Consumer backlash evident in sales decline.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"Tesla's forward P/E of 214 is roughly 10 times the average stock in the S&amp;P 500... Michael Burry said Tesla stock is ridiculously overvalued." — Parkev Tatevosian, CFA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Analysis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Indicator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Signal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$438.07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Down 2.6% (1-day)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RSI (14)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46.90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Neutral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MACD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Bearish crossover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Caution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vs SMA 50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Below ($445)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Short-term weakness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vs SMA 200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Above ($360)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Long-term uptrend intact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1-Year Return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+74.18%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Strong momentum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Levels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5544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Support:
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$391 (recent low)
• $360 (200 SMA)
• $300 (psychological)
</a:t>
            </a:r>
            <a:pPr indent="0" marL="0">
              <a:buNone/>
            </a:pPr>
            <a:r>
              <a:rPr lang="en-US" sz="1200" b="1" dirty="0">
                <a:solidFill>
                  <a:srgbClr val="E3193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Resistance:
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$452 (R1)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$468 (recent high)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$499 (52-week high)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Overall Signal: HOLD — Price consolidating below SMA 50, neutral RSI, long-term trend intact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Scenario Analysis: 2026 Price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$600-$700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35%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Robotaxi shows traction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Optimus pre-orders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500K+ deliveries/qtr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P/E sustained 150-175x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$350-$450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45%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Modest FSD 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Flat deliveries ~400K/qtr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Margins compressed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P/E contracts to 100-125x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560320"/>
          </a:xfrm>
          <a:prstGeom prst="rect">
            <a:avLst/>
          </a:prstGeom>
          <a:solidFill>
            <a:srgbClr val="FFEBEE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193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BEAR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193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$200-$300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FSD delays continue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EV tax credits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Competition erodes share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P/E compresses to 50-75x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Current price $438 reflects optimistic but not extreme assumptions. Downside risk exceeds upside in near term.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Expert &amp; Analyst Consensus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3840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Analyst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 Target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Key Thesis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Dan Ives (Wedbush)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$600+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AI robotics, China strength, Optimus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Parkev Tatevosian (CFA)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$350-$400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Valuation compression, EV headwinds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Joseph (60K+ shares)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$500-$1000+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FSD revenue in balance sheet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Jo Bhakdi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$450-$600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"Golden year of growth" in 2026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ARK Invest (Cathie Wood)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$2,600 (5yr)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Robotaxi market dominance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Michael Burry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SELL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"Ridiculously overvalued"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Consensus: Extreme divergence reflects high uncertainty. All agree 2026 is the pivotal year for Tesla's AI thesis.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HOLD with Caution | Wait for Better Entry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Current Holders: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Consider trimming if &gt;10% of portfolio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Hold core for AI optionality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Set stop-loss at $350 (200 SMA)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For New Investors: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Wait for pullback to $350-$380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Start small (1-2% portfolio)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DCA if thesis strengthens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Dates to Watch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6400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Q1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H1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Delivery numbers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Lower-cost vehicle launch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Robotaxi expansion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Optimus pre-orders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73152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Verdict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 will reveal whether Tesla is the next trillion-dollar AI platform or a premium automaker priced like a technology monopoly.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Tesla is the ultimate story stock. The current $1.4 trillion valuation prices in a future where robotaxis and humanoid robots generate hundreds of billions in revenue.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That future may come, but not before 2027-2028 at the earliest.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Meanwhile, the core EV business faces real headwinds.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Position Accordingly.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Tesla (TSLA) Investment POV</dc:title>
  <dc:subject>PptxGenJS Presentation</dc:subject>
  <dc:creator>Intuit Investment Research</dc:creator>
  <cp:lastModifiedBy>Intuit Investment Research</cp:lastModifiedBy>
  <cp:revision>1</cp:revision>
  <dcterms:created xsi:type="dcterms:W3CDTF">2026-01-04T06:10:24Z</dcterms:created>
  <dcterms:modified xsi:type="dcterms:W3CDTF">2026-01-04T06:10:24Z</dcterms:modified>
</cp:coreProperties>
</file>